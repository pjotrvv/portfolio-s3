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e33bfc3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e33bfc3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e33bfc3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e33bfc3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e33bfc35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e33bfc35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e33bfc3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e33bfc3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78d3a6e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e78d3a6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e33bfc3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e33bfc3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172.160.249.155:8080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Sprint review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Team Codaro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Sprint doel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Bewijs uploaden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Goed/afkeuren van declaraties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Inloggen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Deployment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is af?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Bewijs uploaden (front-end)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Details van een declaratie bekijken (front-end)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Inloggen (front-end)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Deployment (back-end)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Live demo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u="sng">
                <a:solidFill>
                  <a:schemeClr val="hlink"/>
                </a:solidFill>
                <a:hlinkClick r:id="rId3"/>
              </a:rPr>
              <a:t>http://172.160.249.155:8080/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is er niet af?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Inloggen backend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Declaraties beoordelen back-end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Bestanden uploaden back-end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Volgende sprint doel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Declaraties goed en afkeuren front-end en back-end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Bewijzen uploaden (back-end)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Authenticatie en accounts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Feedback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